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0" autoAdjust="0"/>
    <p:restoredTop sz="86410" autoAdjust="0"/>
  </p:normalViewPr>
  <p:slideViewPr>
    <p:cSldViewPr snapToGrid="0" snapToObjects="1">
      <p:cViewPr varScale="1">
        <p:scale>
          <a:sx n="59" d="100"/>
          <a:sy n="59" d="100"/>
        </p:scale>
        <p:origin x="918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4B720-95EF-4665-A49E-69A4C756077B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0BABA-861E-4982-9A7B-637125C32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7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customers by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customers by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pivotTable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ribbonChart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pivotTable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ribbonChart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scatterChart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Sales by Year and employeeName (drill through for details)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/?pbi_source=PowerPoi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/?pbi_source=PowerPo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a7d8d49-e75f-4a3b-a08e-36c9d0edcb1f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163089"/>
            <a:ext cx="6314017" cy="141913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Detailed orders and logistics analysis</a:t>
            </a: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7/27/2025 9:48:46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7/27/2025 9:46:28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areaChart ,cardVisual ,cardVisual ,textbox ,Top customers by sales ,cardVisual ,columnChart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areaChart ,cardVisual ,cardVisual ,textbox ,Top customers by sales ,cardVisual ,columnChart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</a:t>
            </a:r>
          </a:p>
        </p:txBody>
      </p:sp>
      <p:sp>
        <p:nvSpPr>
          <p:cNvPr id="5" name="Thought Bubble: Cloud 4" descr="2014 Q1&#10;">
            <a:extLst>
              <a:ext uri="{FF2B5EF4-FFF2-40B4-BE49-F238E27FC236}">
                <a16:creationId xmlns:a16="http://schemas.microsoft.com/office/drawing/2014/main" id="{70AD45A9-231C-4691-BB63-9F3174D164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72008" y="2510028"/>
            <a:ext cx="946769" cy="612648"/>
          </a:xfrm>
          <a:prstGeom prst="cloudCallout">
            <a:avLst>
              <a:gd name="adj1" fmla="val 40706"/>
              <a:gd name="adj2" fmla="val -643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464961-91E9-4EF7-9CE8-E67B86F74251}"/>
              </a:ext>
            </a:extLst>
          </p:cNvPr>
          <p:cNvSpPr/>
          <p:nvPr/>
        </p:nvSpPr>
        <p:spPr>
          <a:xfrm>
            <a:off x="396530" y="5235547"/>
            <a:ext cx="1875478" cy="1140967"/>
          </a:xfrm>
          <a:prstGeom prst="ellipse">
            <a:avLst/>
          </a:prstGeom>
          <a:noFill/>
          <a:ln w="38100"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areaChart ,pivotTable ,ribbonChart ,columnChart ,textbox ,cardVisual ,cardVisual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areaChart ,pivotTable ,ribbonChart ,columnChart ,textbox ,cardVisual ,cardVisual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shipping</a:t>
            </a:r>
          </a:p>
        </p:txBody>
      </p:sp>
      <p:sp>
        <p:nvSpPr>
          <p:cNvPr id="5" name="Thought Bubble: Cloud 4" descr="2014 Q1&#10;">
            <a:extLst>
              <a:ext uri="{FF2B5EF4-FFF2-40B4-BE49-F238E27FC236}">
                <a16:creationId xmlns:a16="http://schemas.microsoft.com/office/drawing/2014/main" id="{DB9D2932-0A38-469C-B40C-FE61D2B5C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09651" y="5924867"/>
            <a:ext cx="946769" cy="612648"/>
          </a:xfrm>
          <a:prstGeom prst="cloudCallout">
            <a:avLst>
              <a:gd name="adj1" fmla="val -63567"/>
              <a:gd name="adj2" fmla="val -1807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C7784F-DCAA-40F2-A886-FEA74821FAB5}"/>
              </a:ext>
            </a:extLst>
          </p:cNvPr>
          <p:cNvSpPr/>
          <p:nvPr/>
        </p:nvSpPr>
        <p:spPr>
          <a:xfrm>
            <a:off x="10770498" y="4191674"/>
            <a:ext cx="1098621" cy="712104"/>
          </a:xfrm>
          <a:prstGeom prst="ellipse">
            <a:avLst/>
          </a:prstGeom>
          <a:noFill/>
          <a:ln w="38100"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catterChart ,tableEx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shipping issues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F77AF4-9872-4AB4-9630-0F57FE252B92}"/>
              </a:ext>
            </a:extLst>
          </p:cNvPr>
          <p:cNvSpPr/>
          <p:nvPr/>
        </p:nvSpPr>
        <p:spPr>
          <a:xfrm>
            <a:off x="3293466" y="2192955"/>
            <a:ext cx="1456558" cy="598797"/>
          </a:xfrm>
          <a:prstGeom prst="ellipse">
            <a:avLst/>
          </a:prstGeom>
          <a:noFill/>
          <a:ln w="38100"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textbox ,Sales by Year and employeeName (drill through for details) ,slicer ,column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0C2A-304A-4052-A546-960F814D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7FB259-3F35-414E-8040-A318A4429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149" y="200835"/>
            <a:ext cx="11761535" cy="634562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4829D-FDDA-4AE2-8A6A-8804DEC16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931FE8-D8DB-4D0E-B0BE-66619C27F25B}"/>
              </a:ext>
            </a:extLst>
          </p:cNvPr>
          <p:cNvSpPr/>
          <p:nvPr/>
        </p:nvSpPr>
        <p:spPr>
          <a:xfrm>
            <a:off x="6012402" y="4547724"/>
            <a:ext cx="4086457" cy="736365"/>
          </a:xfrm>
          <a:prstGeom prst="ellipse">
            <a:avLst/>
          </a:prstGeom>
          <a:noFill/>
          <a:ln w="38100"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62DFE67-7AB1-4FC3-A1DC-FB96F7B57D8A}"/>
              </a:ext>
            </a:extLst>
          </p:cNvPr>
          <p:cNvSpPr/>
          <p:nvPr/>
        </p:nvSpPr>
        <p:spPr>
          <a:xfrm>
            <a:off x="8326704" y="2047302"/>
            <a:ext cx="2306231" cy="453138"/>
          </a:xfrm>
          <a:prstGeom prst="ellipse">
            <a:avLst/>
          </a:prstGeom>
          <a:noFill/>
          <a:ln w="38100"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770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actionButton ,textbox ,actionButton ,cardVisual ,areaChart ,cardVisual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detailed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AB2EE3-C29C-46A0-8DE2-571756BCDF44}"/>
              </a:ext>
            </a:extLst>
          </p:cNvPr>
          <p:cNvSpPr/>
          <p:nvPr/>
        </p:nvSpPr>
        <p:spPr>
          <a:xfrm>
            <a:off x="8860778" y="2443795"/>
            <a:ext cx="1869261" cy="3989373"/>
          </a:xfrm>
          <a:prstGeom prst="ellipse">
            <a:avLst/>
          </a:prstGeom>
          <a:noFill/>
          <a:ln w="38100"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163089"/>
            <a:ext cx="6314017" cy="141913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lvl="0" algn="l">
              <a:defRPr/>
            </a:pPr>
            <a:r>
              <a:rPr lang="en-US" dirty="0">
                <a:solidFill>
                  <a:srgbClr val="F3C910"/>
                </a:solidFill>
              </a:rPr>
              <a:t>I thank you for your questions and time.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7/27/2025 9:48:46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7/27/2025 9:46:28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27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315</Words>
  <Application>Microsoft Office PowerPoint</Application>
  <PresentationFormat>Widescreen</PresentationFormat>
  <Paragraphs>155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Detailed orders and logistics analysis</vt:lpstr>
      <vt:lpstr>main</vt:lpstr>
      <vt:lpstr>main</vt:lpstr>
      <vt:lpstr>shipping</vt:lpstr>
      <vt:lpstr>shipping</vt:lpstr>
      <vt:lpstr>top shipping issues</vt:lpstr>
      <vt:lpstr>sales</vt:lpstr>
      <vt:lpstr> </vt:lpstr>
      <vt:lpstr>orders detailed</vt:lpstr>
      <vt:lpstr>I thank you for your questions and time.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Davydova, Iryna</cp:lastModifiedBy>
  <cp:revision>6</cp:revision>
  <dcterms:created xsi:type="dcterms:W3CDTF">2016-09-04T11:54:55Z</dcterms:created>
  <dcterms:modified xsi:type="dcterms:W3CDTF">2025-07-27T10:16:16Z</dcterms:modified>
</cp:coreProperties>
</file>