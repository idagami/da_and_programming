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media/image7.jpg" ContentType="image/png"/>
  <Override PartName="/ppt/media/image8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17" autoAdjust="0"/>
    <p:restoredTop sz="94660"/>
  </p:normalViewPr>
  <p:slideViewPr>
    <p:cSldViewPr snapToGrid="0">
      <p:cViewPr varScale="1">
        <p:scale>
          <a:sx n="91" d="100"/>
          <a:sy n="91" d="100"/>
        </p:scale>
        <p:origin x="8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ADFB-18E8-4DB7-8FE2-95BEBC2455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b="1" dirty="0"/>
              <a:t>Показники доходу від продукту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85879-C904-4024-B4E6-ABD0B93BA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631" y="5283070"/>
            <a:ext cx="8915399" cy="1126283"/>
          </a:xfrm>
        </p:spPr>
        <p:txBody>
          <a:bodyPr/>
          <a:lstStyle/>
          <a:p>
            <a:pPr algn="ctr"/>
            <a:r>
              <a:rPr lang="uk-UA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118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5A1E-EECF-4E05-9F96-94E52DC4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3761" y="187036"/>
            <a:ext cx="8911687" cy="796637"/>
          </a:xfrm>
        </p:spPr>
        <p:txBody>
          <a:bodyPr/>
          <a:lstStyle/>
          <a:p>
            <a:r>
              <a:rPr lang="ru-RU" b="1" dirty="0"/>
              <a:t>Про проєкт</a:t>
            </a:r>
            <a:r>
              <a:rPr lang="ru-RU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19F13-3075-4485-961E-A01955EA6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842655"/>
            <a:ext cx="9325697" cy="4828309"/>
          </a:xfrm>
        </p:spPr>
        <p:txBody>
          <a:bodyPr>
            <a:normAutofit/>
          </a:bodyPr>
          <a:lstStyle/>
          <a:p>
            <a:pPr fontAlgn="base"/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Назва: </a:t>
            </a:r>
            <a:r>
              <a:rPr lang="ru-RU" sz="2000" i="1" dirty="0">
                <a:solidFill>
                  <a:schemeClr val="bg2">
                    <a:lumMod val="50000"/>
                  </a:schemeClr>
                </a:solidFill>
              </a:rPr>
              <a:t>«</a:t>
            </a:r>
            <a:r>
              <a:rPr lang="uk-UA" sz="2000" i="1" dirty="0">
                <a:solidFill>
                  <a:schemeClr val="bg2">
                    <a:lumMod val="50000"/>
                  </a:schemeClr>
                </a:solidFill>
              </a:rPr>
              <a:t>Показники доходу від продукту</a:t>
            </a:r>
            <a:r>
              <a:rPr lang="ru-RU" sz="2000" i="1" dirty="0">
                <a:solidFill>
                  <a:schemeClr val="bg2">
                    <a:lumMod val="50000"/>
                  </a:schemeClr>
                </a:solidFill>
              </a:rPr>
              <a:t>»</a:t>
            </a:r>
          </a:p>
          <a:p>
            <a:pPr fontAlgn="base"/>
            <a:endParaRPr lang="ru-RU" sz="2000" i="1" dirty="0">
              <a:solidFill>
                <a:schemeClr val="bg2">
                  <a:lumMod val="50000"/>
                </a:schemeClr>
              </a:solidFill>
            </a:endParaRPr>
          </a:p>
          <a:p>
            <a:pPr fontAlgn="base"/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Головне завдання проєкту: </a:t>
            </a:r>
            <a:r>
              <a:rPr lang="ru-RU" sz="2000" i="1" dirty="0">
                <a:solidFill>
                  <a:schemeClr val="bg2">
                    <a:lumMod val="50000"/>
                  </a:schemeClr>
                </a:solidFill>
              </a:rPr>
              <a:t>створити мультифункціональний дашборд, який опише  різноманітні метрики доходності продукту за допомогою графіків та гнучких фільтрів</a:t>
            </a:r>
          </a:p>
          <a:p>
            <a:pPr fontAlgn="base"/>
            <a:endParaRPr lang="ru-RU" sz="2000" i="1" dirty="0">
              <a:solidFill>
                <a:schemeClr val="bg2">
                  <a:lumMod val="50000"/>
                </a:schemeClr>
              </a:solidFill>
            </a:endParaRPr>
          </a:p>
          <a:p>
            <a:pPr fontAlgn="base"/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Термін виконання: </a:t>
            </a:r>
            <a:r>
              <a:rPr lang="ru-RU" sz="2000" i="1" dirty="0">
                <a:solidFill>
                  <a:schemeClr val="bg2">
                    <a:lumMod val="50000"/>
                  </a:schemeClr>
                </a:solidFill>
              </a:rPr>
              <a:t>5 днів</a:t>
            </a:r>
          </a:p>
          <a:p>
            <a:pPr fontAlgn="base"/>
            <a:endParaRPr lang="ru-RU" sz="2000" i="1" dirty="0">
              <a:solidFill>
                <a:schemeClr val="bg2">
                  <a:lumMod val="50000"/>
                </a:schemeClr>
              </a:solidFill>
            </a:endParaRPr>
          </a:p>
          <a:p>
            <a:pPr fontAlgn="base"/>
            <a:r>
              <a:rPr lang="ru-RU" sz="2000" dirty="0">
                <a:solidFill>
                  <a:schemeClr val="bg2">
                    <a:lumMod val="50000"/>
                  </a:schemeClr>
                </a:solidFill>
              </a:rPr>
              <a:t>Стек використовуваних технологій: </a:t>
            </a:r>
            <a:r>
              <a:rPr lang="en-US" sz="2000" i="1" dirty="0">
                <a:solidFill>
                  <a:schemeClr val="bg2">
                    <a:lumMod val="50000"/>
                  </a:schemeClr>
                </a:solidFill>
              </a:rPr>
              <a:t>SQL </a:t>
            </a:r>
            <a:r>
              <a:rPr lang="uk-UA" sz="2000" i="1" dirty="0">
                <a:solidFill>
                  <a:schemeClr val="bg2">
                    <a:lumMod val="50000"/>
                  </a:schemeClr>
                </a:solidFill>
              </a:rPr>
              <a:t>та </a:t>
            </a:r>
            <a:r>
              <a:rPr lang="en-US" sz="2000" i="1" dirty="0">
                <a:solidFill>
                  <a:schemeClr val="bg2">
                    <a:lumMod val="50000"/>
                  </a:schemeClr>
                </a:solidFill>
              </a:rPr>
              <a:t>Tableau Public</a:t>
            </a:r>
            <a:r>
              <a:rPr lang="uk-UA" sz="2000" i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ru-RU" sz="2000" i="1" dirty="0">
              <a:solidFill>
                <a:schemeClr val="bg2">
                  <a:lumMod val="50000"/>
                </a:schemeClr>
              </a:solidFill>
            </a:endParaRPr>
          </a:p>
          <a:p>
            <a:pPr fontAlgn="base"/>
            <a:endParaRPr lang="ru-RU" sz="2000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23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9BC19-1C49-4012-B7DB-C53D8557A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8507" y="193176"/>
            <a:ext cx="8911687" cy="1280890"/>
          </a:xfrm>
        </p:spPr>
        <p:txBody>
          <a:bodyPr/>
          <a:lstStyle/>
          <a:p>
            <a:pPr algn="r"/>
            <a:r>
              <a:rPr lang="uk-UA" dirty="0"/>
              <a:t> Як це виглядає</a:t>
            </a:r>
            <a:r>
              <a:rPr lang="en-US" dirty="0"/>
              <a:t> </a:t>
            </a:r>
            <a:r>
              <a:rPr lang="uk-UA" dirty="0"/>
              <a:t>зараз, част 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F3366-DBC3-4BCA-ABFC-E14416B02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2067B-76AE-4C8A-AD46-2E0E489CA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836" y="1370445"/>
            <a:ext cx="9642765" cy="5424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62B4D8-187C-42C8-99AC-3CB353807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673" y="51377"/>
            <a:ext cx="3093605" cy="309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A53F5-ACE0-40B1-86DD-BF1483D71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1012" y="247038"/>
            <a:ext cx="8911687" cy="1280890"/>
          </a:xfrm>
        </p:spPr>
        <p:txBody>
          <a:bodyPr/>
          <a:lstStyle/>
          <a:p>
            <a:r>
              <a:rPr lang="uk-UA" dirty="0"/>
              <a:t> Як це виглядає</a:t>
            </a:r>
            <a:r>
              <a:rPr lang="en-US" dirty="0"/>
              <a:t> </a:t>
            </a:r>
            <a:r>
              <a:rPr lang="uk-UA" dirty="0"/>
              <a:t>зараз, част 2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93FB53-3B66-4C7D-8EA4-CA8207474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438" y="1175876"/>
            <a:ext cx="8552002" cy="56508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146ADD-4DCB-45E2-8268-4D80BBFE4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849021" y="80903"/>
            <a:ext cx="3095929" cy="309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53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AFC7-8022-419C-937C-246672C26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214" y="76856"/>
            <a:ext cx="10140725" cy="1440860"/>
          </a:xfrm>
        </p:spPr>
        <p:txBody>
          <a:bodyPr>
            <a:normAutofit/>
          </a:bodyPr>
          <a:lstStyle/>
          <a:p>
            <a:pPr algn="r"/>
            <a:r>
              <a:rPr lang="uk-UA" sz="2800" dirty="0"/>
              <a:t>Але перемотаємо на 5 днів тому і подивимося який шлях пройшла молодший аналітик даних Ірена, щоб створити цей шедевр</a:t>
            </a:r>
            <a:endParaRPr lang="en-US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DB236C-59FB-4C0F-97F2-C5B331F1CF10}"/>
              </a:ext>
            </a:extLst>
          </p:cNvPr>
          <p:cNvSpPr/>
          <p:nvPr/>
        </p:nvSpPr>
        <p:spPr>
          <a:xfrm>
            <a:off x="781660" y="1115112"/>
            <a:ext cx="25122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День 1</a:t>
            </a:r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D662FF-0885-4247-A349-521B0CB00342}"/>
              </a:ext>
            </a:extLst>
          </p:cNvPr>
          <p:cNvSpPr/>
          <p:nvPr/>
        </p:nvSpPr>
        <p:spPr>
          <a:xfrm>
            <a:off x="4052350" y="1110756"/>
            <a:ext cx="25122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День 2</a:t>
            </a:r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B7677D-9F2C-4AB7-BCFE-E8EF2E37E30B}"/>
              </a:ext>
            </a:extLst>
          </p:cNvPr>
          <p:cNvSpPr/>
          <p:nvPr/>
        </p:nvSpPr>
        <p:spPr>
          <a:xfrm>
            <a:off x="8746837" y="1517716"/>
            <a:ext cx="25122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День 3</a:t>
            </a:r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744228-8A33-48B6-9797-BCEE495778FB}"/>
              </a:ext>
            </a:extLst>
          </p:cNvPr>
          <p:cNvSpPr/>
          <p:nvPr/>
        </p:nvSpPr>
        <p:spPr>
          <a:xfrm>
            <a:off x="886925" y="3666990"/>
            <a:ext cx="25122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День 4</a:t>
            </a:r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404F0D-1A58-472D-A782-BB8E5FEE19EA}"/>
              </a:ext>
            </a:extLst>
          </p:cNvPr>
          <p:cNvSpPr/>
          <p:nvPr/>
        </p:nvSpPr>
        <p:spPr>
          <a:xfrm>
            <a:off x="4638447" y="5285579"/>
            <a:ext cx="25122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uk-UA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День 5</a:t>
            </a:r>
            <a:endParaRPr 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AA9340-32AC-4801-A0A6-B0DB473A4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83" y="1979381"/>
            <a:ext cx="2814782" cy="14073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938C66-5E6D-45EF-B51E-C883F7D256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660" t="25698" r="29299" b="21730"/>
          <a:stretch/>
        </p:blipFill>
        <p:spPr>
          <a:xfrm>
            <a:off x="4535539" y="2071185"/>
            <a:ext cx="1761901" cy="22032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3DACF1-35B4-4E2C-9AA6-2790192B729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536" t="13838" r="13798" b="13334"/>
          <a:stretch/>
        </p:blipFill>
        <p:spPr>
          <a:xfrm>
            <a:off x="9411874" y="2449434"/>
            <a:ext cx="2551515" cy="26546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0A8C8B2-4494-488B-8379-6790965B7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771" y="4590319"/>
            <a:ext cx="2137289" cy="21372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F34908-53D1-40C5-94EC-25645DFFD00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2900" t="7273" r="21833" b="9495"/>
          <a:stretch/>
        </p:blipFill>
        <p:spPr>
          <a:xfrm>
            <a:off x="7150674" y="3934035"/>
            <a:ext cx="1789809" cy="284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6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70ED6-5768-4219-9D93-3248505D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507" y="2148110"/>
            <a:ext cx="7943456" cy="1280890"/>
          </a:xfrm>
        </p:spPr>
        <p:txBody>
          <a:bodyPr/>
          <a:lstStyle/>
          <a:p>
            <a:r>
              <a:rPr lang="uk-UA" dirty="0"/>
              <a:t>Вдячна за приділений час і увагу.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0159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578</TotalTime>
  <Words>104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Wisp</vt:lpstr>
      <vt:lpstr>Показники доходу від продукту</vt:lpstr>
      <vt:lpstr>Про проєкт:</vt:lpstr>
      <vt:lpstr> Як це виглядає зараз, част 1</vt:lpstr>
      <vt:lpstr> Як це виглядає зараз, част 2</vt:lpstr>
      <vt:lpstr>Але перемотаємо на 5 днів тому і подивимося який шлях пройшла молодший аналітик даних Ірена, щоб створити цей шедевр</vt:lpstr>
      <vt:lpstr>Вдячна за приділений час і увагу.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Показники доходу від продукту</dc:title>
  <dc:creator>Davydova, Iryna</dc:creator>
  <cp:lastModifiedBy>Davydova, Iryna</cp:lastModifiedBy>
  <cp:revision>20</cp:revision>
  <dcterms:created xsi:type="dcterms:W3CDTF">2025-05-31T11:56:41Z</dcterms:created>
  <dcterms:modified xsi:type="dcterms:W3CDTF">2025-06-02T18:14:59Z</dcterms:modified>
</cp:coreProperties>
</file>