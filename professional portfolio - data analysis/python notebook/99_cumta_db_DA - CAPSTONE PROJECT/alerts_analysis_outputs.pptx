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id       alert_datetime alert_type alert_zone               locality  \</a:t>
            </a:r>
            <a:br/>
            <a:r>
              <a:t>0   1  2018-12-26 08:05:08  Red Alert        Dan  Tel Aviv (South West)   </a:t>
            </a:r>
            <a:br/>
            <a:r>
              <a:t>1   2  2018-12-26 08:05:08  Red Alert        Dan       Tel Aviv (North)   </a:t>
            </a:r>
            <a:br/>
            <a:r>
              <a:t>2   3  2018-12-26 08:05:08  Red Alert        Dan     Tel Aviv (Central)   </a:t>
            </a:r>
            <a:br/>
            <a:r>
              <a:t>3   4  2018-12-26 08:05:08  Red Alert        Dan  Tel Aviv (South East)   </a:t>
            </a:r>
            <a:br/>
            <a:r>
              <a:t>4   5  2018-12-26 08:05:08  Red Alert        Dan                   Azur   </a:t>
            </a:r>
            <a:br/>
            <a:br/>
            <a:r>
              <a:t>     region  raw_message_id           city  </a:t>
            </a:r>
            <a:br/>
            <a:r>
              <a:t>0  Tel Aviv              42  Tel Aviv-Yafo  </a:t>
            </a:r>
            <a:br/>
            <a:r>
              <a:t>1  Tel Aviv              42  Tel Aviv-Yafo  </a:t>
            </a:r>
            <a:br/>
            <a:r>
              <a:t>2  Tel Aviv              42  Tel Aviv-Yafo  </a:t>
            </a:r>
            <a:br/>
            <a:r>
              <a:t>3  Tel Aviv              42  Tel Aviv-Yafo  </a:t>
            </a:r>
            <a:br/>
            <a:r>
              <a:t>4  Tel Aviv              42           Azur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Index(['id', 'alert_datetime', 'alert_type', 'alert_zone', 'locality',</a:t>
            </a:r>
            <a:br/>
            <a:r>
              <a:t>       'region', 'raw_message_id', 'city'],</a:t>
            </a:r>
            <a:br/>
            <a:r>
              <a:t>      dtype='object')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np.int64(0)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np.False_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&lt;class 'pandas.core.frame.DataFrame'&gt;</a:t>
            </a:r>
            <a:br/>
            <a:r>
              <a:t>Index: 100304 entries, 0 to 100324</a:t>
            </a:r>
            <a:br/>
            <a:r>
              <a:t>Data columns (total 8 columns):</a:t>
            </a:r>
            <a:br/>
            <a:r>
              <a:t> #   Column          Non-Null Count   Dtype         </a:t>
            </a:r>
            <a:br/>
            <a:r>
              <a:t>---  ------          --------------   -----         </a:t>
            </a:r>
            <a:br/>
            <a:r>
              <a:t> 0   id              100304 non-null  int64         </a:t>
            </a:r>
            <a:br/>
            <a:r>
              <a:t> 1   alert_datetime  100304 non-null  datetime64[ns]</a:t>
            </a:r>
            <a:br/>
            <a:r>
              <a:t> 2   alert_type      100304 non-null  object        </a:t>
            </a:r>
            <a:br/>
            <a:r>
              <a:t> 3   alert_zone      100304 non-null  object        </a:t>
            </a:r>
            <a:br/>
            <a:r>
              <a:t> 4   locality        100304 non-null  object        </a:t>
            </a:r>
            <a:br/>
            <a:r>
              <a:t> 5   region          100304 non-null  object        </a:t>
            </a:r>
            <a:br/>
            <a:r>
              <a:t> 6   raw_message_id  100304 non-null  int64         </a:t>
            </a:r>
            <a:br/>
            <a:r>
              <a:t> 7   city            100304 non-null  object        </a:t>
            </a:r>
            <a:br/>
            <a:r>
              <a:t>dtypes: datetime64[ns](1), int64(2), object(5)</a:t>
            </a:r>
            <a:br/>
            <a:r>
              <a:t>memory usage: 6.9+ MB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id                 alert_datetime  raw_message_id</a:t>
            </a:r>
            <a:br/>
            <a:r>
              <a:t>count 100,304.00                         100304      100,304.00</a:t>
            </a:r>
            <a:br/>
            <a:r>
              <a:t>mean   50,164.69  2024-08-16 21:00:04.060874752       30,928.46</a:t>
            </a:r>
            <a:br/>
            <a:r>
              <a:t>min         1.00            2018-12-26 08:05:08           42.00</a:t>
            </a:r>
            <a:br/>
            <a:r>
              <a:t>25%    25,077.75     2024-05-17 15:01:15.500000       21,228.00</a:t>
            </a:r>
            <a:br/>
            <a:r>
              <a:t>50%    50,168.50            2024-11-24 15:34:49       38,162.00</a:t>
            </a:r>
            <a:br/>
            <a:r>
              <a:t>75%    75,246.25            2025-06-16 04:11:16       41,226.00</a:t>
            </a:r>
            <a:br/>
            <a:r>
              <a:t>max   100,325.00            2026-01-02 10:02:40       44,171.00</a:t>
            </a:r>
            <a:br/>
            <a:r>
              <a:t>std    28,961.96                            NaN       12,822.91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alert_region  count</a:t>
            </a:r>
            <a:br/>
            <a:r>
              <a:t>0        North  34227</a:t>
            </a:r>
            <a:br/>
            <a:r>
              <a:t>1       Center  30554</a:t>
            </a:r>
            <a:br/>
            <a:r>
              <a:t>2        South  18834</a:t>
            </a:r>
            <a:br/>
            <a:r>
              <a:t>3         Yosh   6076</a:t>
            </a:r>
            <a:br/>
            <a:r>
              <a:t>4    Jerusalem   3940</a:t>
            </a:r>
            <a:br/>
            <a:r>
              <a:t>5        Haifa   3387</a:t>
            </a:r>
            <a:br/>
            <a:r>
              <a:t>6     Tel Aviv   3286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alert_zone  count</a:t>
            </a:r>
            <a:br/>
            <a:r>
              <a:t>0         Confrontation Line  14966</a:t>
            </a:r>
            <a:br/>
            <a:r>
              <a:t>1                    Lakhish   9725</a:t>
            </a:r>
            <a:br/>
            <a:r>
              <a:t>2                   HaShfela   8914</a:t>
            </a:r>
            <a:br/>
            <a:r>
              <a:t>3                     Sharon   7434</a:t>
            </a:r>
            <a:br/>
            <a:r>
              <a:t>4              Upper Galilee   6865</a:t>
            </a:r>
            <a:br/>
            <a:r>
              <a:t>..                       ...    ...</a:t>
            </a:r>
            <a:br/>
            <a:r>
              <a:t>60                מיני ישראל      1</a:t>
            </a:r>
            <a:br/>
            <a:r>
              <a:t>61              יהוד מונוסון      1</a:t>
            </a:r>
            <a:br/>
            <a:r>
              <a:t>62                      שוהם      1</a:t>
            </a:r>
            <a:br/>
            <a:r>
              <a:t>63                      Nili      1</a:t>
            </a:r>
            <a:br/>
            <a:r>
              <a:t>64  Milouot Industrial North      1</a:t>
            </a:r>
            <a:br/>
            <a:br/>
            <a:r>
              <a:t>[65 rows x 2 columns]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alert_zone  count</a:t>
            </a:r>
            <a:br/>
            <a:r>
              <a:t>0         Confrontation Line  14966</a:t>
            </a:r>
            <a:br/>
            <a:r>
              <a:t>1                    Lakhish   9725</a:t>
            </a:r>
            <a:br/>
            <a:r>
              <a:t>2                   HaShfela   8914</a:t>
            </a:r>
            <a:br/>
            <a:r>
              <a:t>3                     Sharon   7434</a:t>
            </a:r>
            <a:br/>
            <a:r>
              <a:t>4              Upper Galilee   6865</a:t>
            </a:r>
            <a:br/>
            <a:r>
              <a:t>..                       ...    ...</a:t>
            </a:r>
            <a:br/>
            <a:r>
              <a:t>60                מיני ישראל      1</a:t>
            </a:r>
            <a:br/>
            <a:r>
              <a:t>61              יהוד מונוסון      1</a:t>
            </a:r>
            <a:br/>
            <a:r>
              <a:t>62                      שוהם      1</a:t>
            </a:r>
            <a:br/>
            <a:r>
              <a:t>63                      Nili      1</a:t>
            </a:r>
            <a:br/>
            <a:r>
              <a:t>64  Milouot Industrial North      1</a:t>
            </a:r>
            <a:br/>
            <a:br/>
            <a:r>
              <a:t>[65 rows x 2 columns]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region</a:t>
            </a:r>
            <a:br/>
            <a:r>
              <a:t>North     14276</a:t>
            </a:r>
            <a:br/>
            <a:r>
              <a:t>South       475</a:t>
            </a:r>
            <a:br/>
            <a:r>
              <a:t>Center      215</a:t>
            </a:r>
            <a:br/>
            <a:r>
              <a:t>Name: count, dtype: int64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alert_zone   lon   lat</a:t>
            </a:r>
            <a:br/>
            <a:r>
              <a:t>0              Arabah 35.00 30.50</a:t>
            </a:r>
            <a:br/>
            <a:r>
              <a:t>1               Arava 35.00 30.80</a:t>
            </a:r>
            <a:br/>
            <a:r>
              <a:t>2              Ashdod 34.64 31.80</a:t>
            </a:r>
            <a:br/>
            <a:r>
              <a:t>3  Beit She'an Valley 35.50 32.50</a:t>
            </a:r>
            <a:br/>
            <a:r>
              <a:t>4        Beit Shemesh 34.99 31.73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alert_zone  count   lon   lat</a:t>
            </a:r>
            <a:br/>
            <a:r>
              <a:t>0         Confrontation Line  14966 35.00 31.50</a:t>
            </a:r>
            <a:br/>
            <a:r>
              <a:t>1                    Lakhish   9725 34.80 31.50</a:t>
            </a:r>
            <a:br/>
            <a:r>
              <a:t>2                   HaShfela   8914 34.80 31.80</a:t>
            </a:r>
            <a:br/>
            <a:r>
              <a:t>3                     Sharon   7434 34.87 32.18</a:t>
            </a:r>
            <a:br/>
            <a:r>
              <a:t>4              Upper Galilee   6865 35.30 33.00</a:t>
            </a:r>
            <a:br/>
            <a:r>
              <a:t>..                       ...    ...   ...   ...</a:t>
            </a:r>
            <a:br/>
            <a:r>
              <a:t>60                מיני ישראל      1 32.10 34.95</a:t>
            </a:r>
            <a:br/>
            <a:r>
              <a:t>61              יהוד מונוסון      1 32.20 34.90</a:t>
            </a:r>
            <a:br/>
            <a:r>
              <a:t>62                      שוהם      1 31.90 35.00</a:t>
            </a:r>
            <a:br/>
            <a:r>
              <a:t>63                      Nili      1 31.75 35.00</a:t>
            </a:r>
            <a:br/>
            <a:r>
              <a:t>64  Milouot Industrial North      1 31.50 34.90</a:t>
            </a:r>
            <a:br/>
            <a:br/>
            <a:r>
              <a:t>[65 rows x 4 columns]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alert_city  count</a:t>
            </a:r>
            <a:br/>
            <a:r>
              <a:t>0              Ashdod   2585</a:t>
            </a:r>
            <a:br/>
            <a:r>
              <a:t>1            Ashkelon   1041</a:t>
            </a:r>
            <a:br/>
            <a:r>
              <a:t>2              Nir Am    731</a:t>
            </a:r>
            <a:br/>
            <a:r>
              <a:t>3       Tel Aviv-Yafo    622</a:t>
            </a:r>
            <a:br/>
            <a:r>
              <a:t>4       Kiryat Shmona    595</a:t>
            </a:r>
            <a:br/>
            <a:r>
              <a:t>...               ...    ...</a:t>
            </a:r>
            <a:br/>
            <a:r>
              <a:t>1495       Neveh Haim      1</a:t>
            </a:r>
            <a:br/>
            <a:r>
              <a:t>1496  Yearot HaCarmel      1</a:t>
            </a:r>
            <a:br/>
            <a:r>
              <a:t>1497            North      1</a:t>
            </a:r>
            <a:br/>
            <a:r>
              <a:t>1498            South      1</a:t>
            </a:r>
            <a:br/>
            <a:r>
              <a:t>1499             Azuz      1</a:t>
            </a:r>
            <a:br/>
            <a:br/>
            <a:r>
              <a:t>[1500 rows x 2 columns]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id      alert_datetime alert_type        alert_zone  \</a:t>
            </a:r>
            <a:br/>
            <a:r>
              <a:t>0      1 2018-12-26 08:05:08  Red Alert               Dan   </a:t>
            </a:r>
            <a:br/>
            <a:r>
              <a:t>1      2 2018-12-26 08:05:08  Red Alert               Dan   </a:t>
            </a:r>
            <a:br/>
            <a:r>
              <a:t>2      3 2018-12-26 08:05:08  Red Alert               Dan   </a:t>
            </a:r>
            <a:br/>
            <a:r>
              <a:t>3      4 2018-12-26 08:05:08  Red Alert               Dan   </a:t>
            </a:r>
            <a:br/>
            <a:r>
              <a:t>4      5 2018-12-26 08:05:08  Red Alert               Dan   </a:t>
            </a:r>
            <a:br/>
            <a:r>
              <a:t>..   ...                 ...        ...               ...   </a:t>
            </a:r>
            <a:br/>
            <a:r>
              <a:t>195  196 2019-03-15 04:08:40  Red Alert  Gaza Containment   </a:t>
            </a:r>
            <a:br/>
            <a:r>
              <a:t>196  197 2019-03-15 04:08:40  Red Alert  Gaza Containment   </a:t>
            </a:r>
            <a:br/>
            <a:r>
              <a:t>197  198 2019-03-15 04:08:40  Red Alert  Gaza Containment   </a:t>
            </a:r>
            <a:br/>
            <a:r>
              <a:t>198  199 2019-03-15 04:08:40  Red Alert  Gaza Containment   </a:t>
            </a:r>
            <a:br/>
            <a:r>
              <a:t>199  200 2019-03-15 04:08:40  Red Alert  Gaza Containment   </a:t>
            </a:r>
            <a:br/>
            <a:br/>
            <a:r>
              <a:t>                      locality    region  raw_message_id  \</a:t>
            </a:r>
            <a:br/>
            <a:r>
              <a:t>0        Tel Aviv (South West)  Tel Aviv              42   </a:t>
            </a:r>
            <a:br/>
            <a:r>
              <a:t>1             Tel Aviv (North)  Tel Aviv              42   </a:t>
            </a:r>
            <a:br/>
            <a:r>
              <a:t>2           Tel Aviv (Central)  Tel Aviv              42   </a:t>
            </a:r>
            <a:br/>
            <a:r>
              <a:t>3        Tel Aviv (South East)  Tel Aviv              42   </a:t>
            </a:r>
            <a:br/>
            <a:r>
              <a:t>4                         Azur  Tel Aviv              42   </a:t>
            </a:r>
            <a:br/>
            <a:r>
              <a:t>..                         ...       ...             ...   </a:t>
            </a:r>
            <a:br/>
            <a:r>
              <a:t>195              Sapir Academy     South              80   </a:t>
            </a:r>
            <a:br/>
            <a:r>
              <a:t>196                     Nir Am     South              80   </a:t>
            </a:r>
            <a:br/>
            <a:r>
              <a:t>197    Sapirim Industrial Park     South              80   </a:t>
            </a:r>
            <a:br/>
            <a:r>
              <a:t>198                     Sderot     South              80   </a:t>
            </a:r>
            <a:br/>
            <a:r>
              <a:t>199  Sha'ar Hanegev Industries     South              80   </a:t>
            </a:r>
            <a:br/>
            <a:br/>
            <a:r>
              <a:t>                         city alert_date          alert_time  </a:t>
            </a:r>
            <a:br/>
            <a:r>
              <a:t>0               Tel Aviv-Yafo 2018-12-26 1900-01-01 08:05:08  </a:t>
            </a:r>
            <a:br/>
            <a:r>
              <a:t>1               Tel Aviv-Yafo 2018-12-26 1900-01-01 08:05:08  </a:t>
            </a:r>
            <a:br/>
            <a:r>
              <a:t>2               Tel Aviv-Yafo 2018-12-26 1900-01-01 08:05:08  </a:t>
            </a:r>
            <a:br/>
            <a:r>
              <a:t>3               Tel Aviv-Yafo 2018-12-26 1900-01-01 08:05:08  </a:t>
            </a:r>
            <a:br/>
            <a:r>
              <a:t>4                        Azur 2018-12-26 1900-01-01 08:05:08  </a:t>
            </a:r>
            <a:br/>
            <a:r>
              <a:t>..                        ...        ...                 ...  </a:t>
            </a:r>
            <a:br/>
            <a:r>
              <a:t>195                     Sapir 2019-03-15 1900-01-01 04:08:40  </a:t>
            </a:r>
            <a:br/>
            <a:r>
              <a:t>196                    Nir Am 2019-03-15 1900-01-01 04:08:40  </a:t>
            </a:r>
            <a:br/>
            <a:r>
              <a:t>197   Sapirim Industrial Park 2019-03-15 1900-01-01 04:08:40  </a:t>
            </a:r>
            <a:br/>
            <a:r>
              <a:t>198                    Sderot 2019-03-15 1900-01-01 04:08:40  </a:t>
            </a:r>
            <a:br/>
            <a:r>
              <a:t>199  Shaar Hanegev Industries 2019-03-15 1900-01-01 04:08:40  </a:t>
            </a:r>
            <a:br/>
            <a:br/>
            <a:r>
              <a:t>[200 rows x 10 columns]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id      alert_datetime alert_type alert_zone               locality  \</a:t>
            </a:r>
            <a:br/>
            <a:r>
              <a:t>0   1 2018-12-26 08:05:08  Red Alert        Dan  Tel Aviv (South West)   </a:t>
            </a:r>
            <a:br/>
            <a:r>
              <a:t>1   2 2018-12-26 08:05:08  Red Alert        Dan       Tel Aviv (North)   </a:t>
            </a:r>
            <a:br/>
            <a:r>
              <a:t>2   3 2018-12-26 08:05:08  Red Alert        Dan     Tel Aviv (Central)   </a:t>
            </a:r>
            <a:br/>
            <a:r>
              <a:t>3   4 2018-12-26 08:05:08  Red Alert        Dan  Tel Aviv (South East)   </a:t>
            </a:r>
            <a:br/>
            <a:r>
              <a:t>4   5 2018-12-26 08:05:08  Red Alert        Dan                   Azur   </a:t>
            </a:r>
            <a:br/>
            <a:br/>
            <a:r>
              <a:t>     region  raw_message_id           city alert_date          alert_time  \</a:t>
            </a:r>
            <a:br/>
            <a:r>
              <a:t>0  Tel Aviv              42  Tel Aviv-Yafo 2018-12-26 1900-01-01 08:05:08   </a:t>
            </a:r>
            <a:br/>
            <a:r>
              <a:t>1  Tel Aviv              42  Tel Aviv-Yafo 2018-12-26 1900-01-01 08:05:08   </a:t>
            </a:r>
            <a:br/>
            <a:r>
              <a:t>2  Tel Aviv              42  Tel Aviv-Yafo 2018-12-26 1900-01-01 08:05:08   </a:t>
            </a:r>
            <a:br/>
            <a:r>
              <a:t>3  Tel Aviv              42  Tel Aviv-Yafo 2018-12-26 1900-01-01 08:05:08   </a:t>
            </a:r>
            <a:br/>
            <a:r>
              <a:t>4  Tel Aviv              42           Azur 2018-12-26 1900-01-01 08:05:08   </a:t>
            </a:r>
            <a:br/>
            <a:br/>
            <a:r>
              <a:t>  month_year  </a:t>
            </a:r>
            <a:br/>
            <a:r>
              <a:t>0    2018-12  </a:t>
            </a:r>
            <a:br/>
            <a:r>
              <a:t>1    2018-12  </a:t>
            </a:r>
            <a:br/>
            <a:r>
              <a:t>2    2018-12  </a:t>
            </a:r>
            <a:br/>
            <a:r>
              <a:t>3    2018-12  </a:t>
            </a:r>
            <a:br/>
            <a:r>
              <a:t>4    2018-12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city alert_date  count</a:t>
            </a:r>
            <a:br/>
            <a:r>
              <a:t>2374           Ashdod 2023-10-07    389</a:t>
            </a:r>
            <a:br/>
            <a:r>
              <a:t>2367           Ashdod 2019-11-13    311</a:t>
            </a:r>
            <a:br/>
            <a:r>
              <a:t>2473         Ashkelon 2023-10-07    218</a:t>
            </a:r>
            <a:br/>
            <a:r>
              <a:t>2415           Ashdod 2025-06-13    189</a:t>
            </a:r>
            <a:br/>
            <a:r>
              <a:t>2366           Ashdod 2019-11-12    113</a:t>
            </a:r>
            <a:br/>
            <a:r>
              <a:t>31012  Netiv HaAssara 2023-10-07     94</a:t>
            </a:r>
            <a:br/>
            <a:r>
              <a:t>2416           Ashdod 2025-06-14     85</a:t>
            </a:r>
            <a:br/>
            <a:r>
              <a:t>2422           Ashdod 2025-06-22     84</a:t>
            </a:r>
            <a:br/>
            <a:r>
              <a:t>2417           Ashdod 2025-06-15     84</a:t>
            </a:r>
            <a:br/>
            <a:r>
              <a:t>4329        Beersheba 2023-10-07     76</a:t>
            </a:r>
            <a:br/>
            <a:r>
              <a:t>32146          Nir Am 2023-10-07     70</a:t>
            </a:r>
            <a:br/>
            <a:r>
              <a:t>25469           Maona 2024-10-29     64</a:t>
            </a:r>
            <a:br/>
            <a:r>
              <a:t>2411           Ashdod 2024-10-01     64</a:t>
            </a:r>
            <a:br/>
            <a:r>
              <a:t>2441         Ashkelon 2019-05-04     60</a:t>
            </a:r>
            <a:br/>
            <a:r>
              <a:t>2403           Ashdod 2023-12-01     58</a:t>
            </a:r>
            <a:br/>
            <a:r>
              <a:t>2385           Ashdod 2023-10-20     57</a:t>
            </a:r>
            <a:br/>
            <a:r>
              <a:t>2387           Ashdod 2023-10-24     55</a:t>
            </a:r>
            <a:br/>
            <a:r>
              <a:t>2373           Ashdod 2023-05-13     54</a:t>
            </a:r>
            <a:br/>
            <a:r>
              <a:t>34080          Patish 2023-10-07     50</a:t>
            </a:r>
            <a:br/>
            <a:r>
              <a:t>42200           Tkuma 2023-10-07     50</a:t>
            </a:r>
            <a:br/>
            <a:r>
              <a:t>38119          Sderot 2023-10-07     46</a:t>
            </a:r>
            <a:br/>
            <a:r>
              <a:t>16829            Ibim 2023-10-07     46</a:t>
            </a:r>
            <a:br/>
            <a:r>
              <a:t>22878        Kissufim 2023-10-07     45</a:t>
            </a:r>
            <a:br/>
            <a:r>
              <a:t>2377           Ashdod 2023-10-11     45</a:t>
            </a:r>
            <a:br/>
            <a:r>
              <a:t>27783         Mi'ilya 2024-10-29     43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alert_datetime          alert_time   period</a:t>
            </a:r>
            <a:br/>
            <a:r>
              <a:t>0 2018-12-26 08:05:08 1900-01-01 08:05:08  morning</a:t>
            </a:r>
            <a:br/>
            <a:r>
              <a:t>1 2018-12-26 08:05:08 1900-01-01 08:05:08  morning</a:t>
            </a:r>
            <a:br/>
            <a:r>
              <a:t>2 2018-12-26 08:05:08 1900-01-01 08:05:08  morning</a:t>
            </a:r>
            <a:br/>
            <a:r>
              <a:t>3 2018-12-26 08:05:08 1900-01-01 08:05:08  morning</a:t>
            </a:r>
            <a:br/>
            <a:r>
              <a:t>4 2018-12-26 08:05:08 1900-01-01 08:05:08  morning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period</a:t>
            </a:r>
            <a:br/>
            <a:r>
              <a:t>morning      28459</a:t>
            </a:r>
            <a:br/>
            <a:r>
              <a:t>evening      26619</a:t>
            </a:r>
            <a:br/>
            <a:r>
              <a:t>night        23308</a:t>
            </a:r>
            <a:br/>
            <a:r>
              <a:t>afternoon    21918</a:t>
            </a:r>
            <a:br/>
            <a:r>
              <a:t>Name: count, dtype: int64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&lt;class 'pandas.core.frame.DataFrame'&gt;</a:t>
            </a:r>
            <a:br/>
            <a:r>
              <a:t>Index: 100304 entries, 0 to 100324</a:t>
            </a:r>
            <a:br/>
            <a:r>
              <a:t>Data columns (total 12 columns):</a:t>
            </a:r>
            <a:br/>
            <a:r>
              <a:t> #   Column          Non-Null Count   Dtype         </a:t>
            </a:r>
            <a:br/>
            <a:r>
              <a:t>---  ------          --------------   -----         </a:t>
            </a:r>
            <a:br/>
            <a:r>
              <a:t> 0   id              100304 non-null  int64         </a:t>
            </a:r>
            <a:br/>
            <a:r>
              <a:t> 1   alert_datetime  100304 non-null  datetime64[ns]</a:t>
            </a:r>
            <a:br/>
            <a:r>
              <a:t> 2   alert_type      100304 non-null  object        </a:t>
            </a:r>
            <a:br/>
            <a:r>
              <a:t> 3   alert_zone      100304 non-null  object        </a:t>
            </a:r>
            <a:br/>
            <a:r>
              <a:t> 4   locality        100304 non-null  object        </a:t>
            </a:r>
            <a:br/>
            <a:r>
              <a:t> 5   region          100304 non-null  object        </a:t>
            </a:r>
            <a:br/>
            <a:r>
              <a:t> 6   raw_message_id  100304 non-null  int64         </a:t>
            </a:r>
            <a:br/>
            <a:r>
              <a:t> 7   city            100304 non-null  object        </a:t>
            </a:r>
            <a:br/>
            <a:r>
              <a:t> 8   alert_date      100304 non-null  datetime64[ns]</a:t>
            </a:r>
            <a:br/>
            <a:r>
              <a:t> 9   alert_time      100304 non-null  datetime64[ns]</a:t>
            </a:r>
            <a:br/>
            <a:r>
              <a:t> 10  month_year      100304 non-null  period[M]     </a:t>
            </a:r>
            <a:br/>
            <a:r>
              <a:t> 11  period          100304 non-null  object        </a:t>
            </a:r>
            <a:br/>
            <a:r>
              <a:t>dtypes: datetime64[ns](3), int64(2), object(6), period[M](1)</a:t>
            </a:r>
            <a:br/>
            <a:r>
              <a:t>memory usage: 9.9+ MB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period     region  count</a:t>
            </a:r>
            <a:br/>
            <a:r>
              <a:t>3   afternoon      North  10396</a:t>
            </a:r>
            <a:br/>
            <a:r>
              <a:t>0   afternoon     Center   4690</a:t>
            </a:r>
            <a:br/>
            <a:r>
              <a:t>4   afternoon      South   4468</a:t>
            </a:r>
            <a:br/>
            <a:r>
              <a:t>1   afternoon      Haifa    802</a:t>
            </a:r>
            <a:br/>
            <a:r>
              <a:t>5   afternoon   Tel Aviv    622</a:t>
            </a:r>
            <a:br/>
            <a:r>
              <a:t>6   afternoon       Yosh    542</a:t>
            </a:r>
            <a:br/>
            <a:r>
              <a:t>2   afternoon  Jerusalem    398</a:t>
            </a:r>
            <a:br/>
            <a:r>
              <a:t>7     evening     Center   9170</a:t>
            </a:r>
            <a:br/>
            <a:r>
              <a:t>10    evening      North   6305</a:t>
            </a:r>
            <a:br/>
            <a:r>
              <a:t>11    evening      South   5570</a:t>
            </a:r>
            <a:br/>
            <a:r>
              <a:t>13    evening       Yosh   2472</a:t>
            </a:r>
            <a:br/>
            <a:r>
              <a:t>9     evening  Jerusalem   1556</a:t>
            </a:r>
            <a:br/>
            <a:r>
              <a:t>12    evening   Tel Aviv    910</a:t>
            </a:r>
            <a:br/>
            <a:r>
              <a:t>8     evening      Haifa    636</a:t>
            </a:r>
            <a:br/>
            <a:r>
              <a:t>17    morning      North  11269</a:t>
            </a:r>
            <a:br/>
            <a:r>
              <a:t>14    morning     Center   7796</a:t>
            </a:r>
            <a:br/>
            <a:r>
              <a:t>18    morning      South   5308</a:t>
            </a:r>
            <a:br/>
            <a:r>
              <a:t>20    morning       Yosh   1332</a:t>
            </a:r>
            <a:br/>
            <a:r>
              <a:t>15    morning      Haifa   1090</a:t>
            </a:r>
            <a:br/>
            <a:r>
              <a:t>16    morning  Jerusalem   1004</a:t>
            </a:r>
            <a:br/>
            <a:r>
              <a:t>19    morning   Tel Aviv    660</a:t>
            </a:r>
            <a:br/>
            <a:r>
              <a:t>21      night     Center   8898</a:t>
            </a:r>
            <a:br/>
            <a:r>
              <a:t>24      night      North   6257</a:t>
            </a:r>
            <a:br/>
            <a:r>
              <a:t>25      night      South   3488</a:t>
            </a:r>
            <a:br/>
            <a:r>
              <a:t>27      night       Yosh   1730</a:t>
            </a:r>
            <a:br/>
            <a:r>
              <a:t>26      night   Tel Aviv   1094</a:t>
            </a:r>
            <a:br/>
            <a:r>
              <a:t>23      night  Jerusalem    982</a:t>
            </a:r>
            <a:br/>
            <a:r>
              <a:t>22      night      Haifa    859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city  count  share</a:t>
            </a:r>
            <a:br/>
            <a:r>
              <a:t>0            Ashdod    277  13.51</a:t>
            </a:r>
            <a:br/>
            <a:r>
              <a:t>1     Tel Aviv-Yafo    197   9.61</a:t>
            </a:r>
            <a:br/>
            <a:r>
              <a:t>2         Herzliyya    146   7.12</a:t>
            </a:r>
            <a:br/>
            <a:r>
              <a:t>3          Ashkelon    137   6.68</a:t>
            </a:r>
            <a:br/>
            <a:r>
              <a:t>4   Rishon LeZiyyon    117   5.70</a:t>
            </a:r>
            <a:br/>
            <a:r>
              <a:t>5        Ben Shemen    112   5.46</a:t>
            </a:r>
            <a:br/>
            <a:r>
              <a:t>6            Nir Am    110   5.36</a:t>
            </a:r>
            <a:br/>
            <a:r>
              <a:t>7         Ramat Gan    105   5.12</a:t>
            </a:r>
            <a:br/>
            <a:r>
              <a:t>8             Ramla    100   4.88</a:t>
            </a:r>
            <a:br/>
            <a:r>
              <a:t>9             Haifa     81   3.95</a:t>
            </a:r>
            <a:br/>
            <a:r>
              <a:t>10      Rosh HaAyin     79   3.85</a:t>
            </a:r>
            <a:br/>
            <a:r>
              <a:t>11             Ibim     77   3.75</a:t>
            </a:r>
            <a:br/>
            <a:r>
              <a:t>12           Sderot     77   3.75</a:t>
            </a:r>
            <a:br/>
            <a:r>
              <a:t>13         Shefayim     69   3.36</a:t>
            </a:r>
            <a:br/>
            <a:r>
              <a:t>14        Beersheba     69   3.36</a:t>
            </a:r>
            <a:br/>
            <a:r>
              <a:t>15    Kiryat Shmona     63   3.07</a:t>
            </a:r>
            <a:br/>
            <a:r>
              <a:t>16         Yashresh     60   2.93</a:t>
            </a:r>
            <a:br/>
            <a:r>
              <a:t>17          Tzafria     59   2.88</a:t>
            </a:r>
            <a:br/>
            <a:r>
              <a:t>18              Lod     58   2.83</a:t>
            </a:r>
            <a:br/>
            <a:r>
              <a:t>19    Be'er Ya'akov     58   2.83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461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617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4616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month_year  count</a:t>
            </a:r>
            <a:br/>
            <a:r>
              <a:t>0  2018-12-01     60</a:t>
            </a:r>
            <a:br/>
            <a:r>
              <a:t>1  2019-01-01     32</a:t>
            </a:r>
            <a:br/>
            <a:r>
              <a:t>2  2019-02-01     35</a:t>
            </a:r>
            <a:br/>
            <a:r>
              <a:t>3  2019-03-01    327</a:t>
            </a:r>
            <a:br/>
            <a:r>
              <a:t>4  2019-04-01      1</a:t>
            </a:r>
            <a:br/>
            <a:r>
              <a:t>..        ...    ...</a:t>
            </a:r>
            <a:br/>
            <a:r>
              <a:t>70 2025-09-01   1987</a:t>
            </a:r>
            <a:br/>
            <a:r>
              <a:t>71 2025-10-01    239</a:t>
            </a:r>
            <a:br/>
            <a:r>
              <a:t>72 2025-11-01      8</a:t>
            </a:r>
            <a:br/>
            <a:r>
              <a:t>73 2025-12-01      5</a:t>
            </a:r>
            <a:br/>
            <a:r>
              <a:t>74 2026-01-01      1</a:t>
            </a:r>
            <a:br/>
            <a:br/>
            <a:r>
              <a:t>[75 rows x 2 columns]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id      alert_datetime alert_type alert_zone               locality  \</a:t>
            </a:r>
            <a:br/>
            <a:r>
              <a:t>0   1 2018-12-26 08:05:08  Red Alert        Dan  Tel Aviv (South West)   </a:t>
            </a:r>
            <a:br/>
            <a:r>
              <a:t>1   2 2018-12-26 08:05:08  Red Alert        Dan       Tel Aviv (North)   </a:t>
            </a:r>
            <a:br/>
            <a:r>
              <a:t>2   3 2018-12-26 08:05:08  Red Alert        Dan     Tel Aviv (Central)   </a:t>
            </a:r>
            <a:br/>
            <a:r>
              <a:t>3   4 2018-12-26 08:05:08  Red Alert        Dan  Tel Aviv (South East)   </a:t>
            </a:r>
            <a:br/>
            <a:r>
              <a:t>4   5 2018-12-26 08:05:08  Red Alert        Dan                   Azur   </a:t>
            </a:r>
            <a:br/>
            <a:br/>
            <a:r>
              <a:t>     region  raw_message_id           city alert_date          alert_time  \</a:t>
            </a:r>
            <a:br/>
            <a:r>
              <a:t>0  Tel Aviv              42  Tel Aviv-Yafo 2018-12-26 1900-01-01 08:05:08   </a:t>
            </a:r>
            <a:br/>
            <a:r>
              <a:t>1  Tel Aviv              42  Tel Aviv-Yafo 2018-12-26 1900-01-01 08:05:08   </a:t>
            </a:r>
            <a:br/>
            <a:r>
              <a:t>2  Tel Aviv              42  Tel Aviv-Yafo 2018-12-26 1900-01-01 08:05:08   </a:t>
            </a:r>
            <a:br/>
            <a:r>
              <a:t>3  Tel Aviv              42  Tel Aviv-Yafo 2018-12-26 1900-01-01 08:05:08   </a:t>
            </a:r>
            <a:br/>
            <a:r>
              <a:t>4  Tel Aviv              42           Azur 2018-12-26 1900-01-01 08:05:08   </a:t>
            </a:r>
            <a:br/>
            <a:br/>
            <a:r>
              <a:t>  month_year   period  </a:t>
            </a:r>
            <a:br/>
            <a:r>
              <a:t>0    2018-12  morning  </a:t>
            </a:r>
            <a:br/>
            <a:r>
              <a:t>1    2018-12  morning  </a:t>
            </a:r>
            <a:br/>
            <a:r>
              <a:t>2    2018-12  morning  </a:t>
            </a:r>
            <a:br/>
            <a:r>
              <a:t>3    2018-12  morning  </a:t>
            </a:r>
            <a:br/>
            <a:r>
              <a:t>4    2018-12  morning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id      alert_datetime alert_type alert_zone               locality  \</a:t>
            </a:r>
            <a:br/>
            <a:r>
              <a:t>0   1 2018-12-26 08:05:08  Red Alert        Dan  Tel Aviv (South West)   </a:t>
            </a:r>
            <a:br/>
            <a:r>
              <a:t>1   2 2018-12-26 08:05:08  Red Alert        Dan       Tel Aviv (North)   </a:t>
            </a:r>
            <a:br/>
            <a:r>
              <a:t>2   3 2018-12-26 08:05:08  Red Alert        Dan     Tel Aviv (Central)   </a:t>
            </a:r>
            <a:br/>
            <a:r>
              <a:t>3   4 2018-12-26 08:05:08  Red Alert        Dan  Tel Aviv (South East)   </a:t>
            </a:r>
            <a:br/>
            <a:r>
              <a:t>4   5 2018-12-26 08:05:08  Red Alert        Dan                   Azur   </a:t>
            </a:r>
            <a:br/>
            <a:br/>
            <a:r>
              <a:t>     region  raw_message_id           city alert_date          alert_time  \</a:t>
            </a:r>
            <a:br/>
            <a:r>
              <a:t>0  Tel Aviv              42  Tel Aviv-Yafo 2018-12-26 1900-01-01 08:05:08   </a:t>
            </a:r>
            <a:br/>
            <a:r>
              <a:t>1  Tel Aviv              42  Tel Aviv-Yafo 2018-12-26 1900-01-01 08:05:08   </a:t>
            </a:r>
            <a:br/>
            <a:r>
              <a:t>2  Tel Aviv              42  Tel Aviv-Yafo 2018-12-26 1900-01-01 08:05:08   </a:t>
            </a:r>
            <a:br/>
            <a:r>
              <a:t>3  Tel Aviv              42  Tel Aviv-Yafo 2018-12-26 1900-01-01 08:05:08   </a:t>
            </a:r>
            <a:br/>
            <a:r>
              <a:t>4  Tel Aviv              42           Azur 2018-12-26 1900-01-01 08:05:08   </a:t>
            </a:r>
            <a:br/>
            <a:br/>
            <a:r>
              <a:t>  month_year   period  year_clean minute_bucket  </a:t>
            </a:r>
            <a:br/>
            <a:r>
              <a:t>0    2018-12  morning        2018     00-minute  </a:t>
            </a:r>
            <a:br/>
            <a:r>
              <a:t>1    2018-12  morning        2018     00-minute  </a:t>
            </a:r>
            <a:br/>
            <a:r>
              <a:t>2    2018-12  morning        2018     00-minute  </a:t>
            </a:r>
            <a:br/>
            <a:r>
              <a:t>3    2018-12  morning        2018     00-minute  </a:t>
            </a:r>
            <a:br/>
            <a:r>
              <a:t>4    2018-12  morning        2018     00-minute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region minute_bucket  count  share</a:t>
            </a:r>
            <a:br/>
            <a:r>
              <a:t>0      Center     00-minute   4622   0.15</a:t>
            </a:r>
            <a:br/>
            <a:r>
              <a:t>1      Center     30-minute   4463   0.15</a:t>
            </a:r>
            <a:br/>
            <a:r>
              <a:t>2      Center         other  21469   0.70</a:t>
            </a:r>
            <a:br/>
            <a:r>
              <a:t>3       Haifa     00-minute    525   0.16</a:t>
            </a:r>
            <a:br/>
            <a:r>
              <a:t>4       Haifa     30-minute    571   0.17</a:t>
            </a:r>
            <a:br/>
            <a:r>
              <a:t>5       Haifa         other   2291   0.68</a:t>
            </a:r>
            <a:br/>
            <a:r>
              <a:t>6   Jerusalem     00-minute    591   0.15</a:t>
            </a:r>
            <a:br/>
            <a:r>
              <a:t>7   Jerusalem     30-minute    799   0.20</a:t>
            </a:r>
            <a:br/>
            <a:r>
              <a:t>8   Jerusalem         other   2550   0.65</a:t>
            </a:r>
            <a:br/>
            <a:r>
              <a:t>9       North     00-minute   5981   0.17</a:t>
            </a:r>
            <a:br/>
            <a:r>
              <a:t>10      North     30-minute   5442   0.16</a:t>
            </a:r>
            <a:br/>
            <a:r>
              <a:t>11      North         other  22804   0.67</a:t>
            </a:r>
            <a:br/>
            <a:r>
              <a:t>12      South     00-minute   3862   0.21</a:t>
            </a:r>
            <a:br/>
            <a:r>
              <a:t>13      South     30-minute   3035   0.16</a:t>
            </a:r>
            <a:br/>
            <a:r>
              <a:t>14      South         other  11937   0.63</a:t>
            </a:r>
            <a:br/>
            <a:r>
              <a:t>15   Tel Aviv     00-minute    702   0.21</a:t>
            </a:r>
            <a:br/>
            <a:r>
              <a:t>16   Tel Aviv     30-minute    496   0.15</a:t>
            </a:r>
            <a:br/>
            <a:r>
              <a:t>17   Tel Aviv         other   2088   0.64</a:t>
            </a:r>
            <a:br/>
            <a:r>
              <a:t>18       Yosh     00-minute    400   0.07</a:t>
            </a:r>
            <a:br/>
            <a:r>
              <a:t>19       Yosh     30-minute    871   0.14</a:t>
            </a:r>
            <a:br/>
            <a:r>
              <a:t>20       Yosh         other   4805   0.79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id      alert_datetime alert_type alert_zone               locality  \</a:t>
            </a:r>
            <a:br/>
            <a:r>
              <a:t>0   1 2018-12-26 08:05:08  Red Alert        Dan  Tel Aviv (South West)   </a:t>
            </a:r>
            <a:br/>
            <a:r>
              <a:t>1   2 2018-12-26 08:05:08  Red Alert        Dan       Tel Aviv (North)   </a:t>
            </a:r>
            <a:br/>
            <a:r>
              <a:t>2   3 2018-12-26 08:05:08  Red Alert        Dan     Tel Aviv (Central)   </a:t>
            </a:r>
            <a:br/>
            <a:r>
              <a:t>3   4 2018-12-26 08:05:08  Red Alert        Dan  Tel Aviv (South East)   </a:t>
            </a:r>
            <a:br/>
            <a:r>
              <a:t>4   5 2018-12-26 08:05:08  Red Alert        Dan                   Azur   </a:t>
            </a:r>
            <a:br/>
            <a:br/>
            <a:r>
              <a:t>     region  raw_message_id           city alert_date          alert_time  \</a:t>
            </a:r>
            <a:br/>
            <a:r>
              <a:t>0  Tel Aviv              42  Tel Aviv-Yafo 2018-12-26 1900-01-01 08:05:08   </a:t>
            </a:r>
            <a:br/>
            <a:r>
              <a:t>1  Tel Aviv              42  Tel Aviv-Yafo 2018-12-26 1900-01-01 08:05:08   </a:t>
            </a:r>
            <a:br/>
            <a:r>
              <a:t>2  Tel Aviv              42  Tel Aviv-Yafo 2018-12-26 1900-01-01 08:05:08   </a:t>
            </a:r>
            <a:br/>
            <a:r>
              <a:t>3  Tel Aviv              42  Tel Aviv-Yafo 2018-12-26 1900-01-01 08:05:08   </a:t>
            </a:r>
            <a:br/>
            <a:r>
              <a:t>4  Tel Aviv              42           Azur 2018-12-26 1900-01-01 08:05:08   </a:t>
            </a:r>
            <a:br/>
            <a:br/>
            <a:r>
              <a:t>  month_year   period  year_clean minute_bucket  </a:t>
            </a:r>
            <a:br/>
            <a:r>
              <a:t>0    2018-12  morning        2018     00-minute  </a:t>
            </a:r>
            <a:br/>
            <a:r>
              <a:t>1    2018-12  morning        2018     00-minute  </a:t>
            </a:r>
            <a:br/>
            <a:r>
              <a:t>2    2018-12  morning        2018     00-minute  </a:t>
            </a:r>
            <a:br/>
            <a:r>
              <a:t>3    2018-12  morning        2018     00-minute  </a:t>
            </a:r>
            <a:br/>
            <a:r>
              <a:t>4    2018-12  morning        2018     00-minute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year_clean minute_bucket  count  share</a:t>
            </a:r>
            <a:br/>
            <a:r>
              <a:t>0         2018     00-minute     60   1.00</a:t>
            </a:r>
            <a:br/>
            <a:r>
              <a:t>1         2019     00-minute   1047   0.22</a:t>
            </a:r>
            <a:br/>
            <a:r>
              <a:t>2         2019     30-minute    428   0.09</a:t>
            </a:r>
            <a:br/>
            <a:r>
              <a:t>3         2019         other   3242   0.69</a:t>
            </a:r>
            <a:br/>
            <a:r>
              <a:t>4         2020     00-minute     56   0.17</a:t>
            </a:r>
            <a:br/>
            <a:r>
              <a:t>5         2020     30-minute     44   0.14</a:t>
            </a:r>
            <a:br/>
            <a:r>
              <a:t>6         2020         other    224   0.69</a:t>
            </a:r>
            <a:br/>
            <a:r>
              <a:t>7         2021     00-minute     16   0.14</a:t>
            </a:r>
            <a:br/>
            <a:r>
              <a:t>8         2021     30-minute     26   0.23</a:t>
            </a:r>
            <a:br/>
            <a:r>
              <a:t>9         2021         other     71   0.63</a:t>
            </a:r>
            <a:br/>
            <a:r>
              <a:t>10        2022     00-minute    335   0.32</a:t>
            </a:r>
            <a:br/>
            <a:r>
              <a:t>11        2022     30-minute    101   0.10</a:t>
            </a:r>
            <a:br/>
            <a:r>
              <a:t>12        2022         other    596   0.58</a:t>
            </a:r>
            <a:br/>
            <a:r>
              <a:t>13        2023     00-minute   5081   0.34</a:t>
            </a:r>
            <a:br/>
            <a:r>
              <a:t>14        2023     30-minute   3770   0.25</a:t>
            </a:r>
            <a:br/>
            <a:r>
              <a:t>15        2023         other   5968   0.40</a:t>
            </a:r>
            <a:br/>
            <a:r>
              <a:t>16        2024     00-minute   5756   0.18</a:t>
            </a:r>
            <a:br/>
            <a:r>
              <a:t>17        2024     30-minute   5834   0.18</a:t>
            </a:r>
            <a:br/>
            <a:r>
              <a:t>18        2024         other  20176   0.64</a:t>
            </a:r>
            <a:br/>
            <a:r>
              <a:t>19        2025     00-minute   4331   0.09</a:t>
            </a:r>
            <a:br/>
            <a:r>
              <a:t>20        2025     30-minute   5474   0.12</a:t>
            </a:r>
            <a:br/>
            <a:r>
              <a:t>21        2025         other  37667   0.79</a:t>
            </a:r>
            <a:br/>
            <a:r>
              <a:t>22        2026     00-minute      1   1.00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minute_bucket  00-minute  30-minute  other</a:t>
            </a:r>
            <a:br/>
            <a:r>
              <a:t>region                                    </a:t>
            </a:r>
            <a:br/>
            <a:r>
              <a:t>Center              0.15       0.15   0.70</a:t>
            </a:r>
            <a:br/>
            <a:r>
              <a:t>Haifa               0.16       0.17   0.68</a:t>
            </a:r>
            <a:br/>
            <a:r>
              <a:t>Jerusalem           0.15       0.20   0.65</a:t>
            </a:r>
            <a:br/>
            <a:r>
              <a:t>North               0.17       0.16   0.67</a:t>
            </a:r>
            <a:br/>
            <a:r>
              <a:t>South               0.21       0.16   0.63</a:t>
            </a:r>
            <a:br/>
            <a:r>
              <a:t>Tel Aviv            0.21       0.15   0.64</a:t>
            </a:r>
            <a:br/>
            <a:r>
              <a:t>Yosh                0.07       0.14   0.79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639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region minute_bucket  count  share      n  ci_low  ci_high</a:t>
            </a:r>
            <a:br/>
            <a:r>
              <a:t>0  Center     00-minute   4622   0.15  30554    0.15     0.16</a:t>
            </a:r>
            <a:br/>
            <a:r>
              <a:t>1  Center     30-minute   4463   0.15  30554    0.14     0.15</a:t>
            </a:r>
            <a:br/>
            <a:r>
              <a:t>2  Center         other  21469   0.70  30554    0.70     0.71</a:t>
            </a:r>
            <a:br/>
            <a:r>
              <a:t>3   Haifa     00-minute    525   0.16   3387    0.14     0.17</a:t>
            </a:r>
            <a:br/>
            <a:r>
              <a:t>4   Haifa     30-minute    571   0.17   3387    0.16     0.18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Chi2: 53442.9478983889, p-value: 0.00000000000000000000000000000000000000000000000000</a:t>
            </a:r>
            <a:br/>
            <a:r>
              <a:t>Chi2: 53442.9478983889, p-value: 0.00000e+00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region      chi2  p_value   p_value_sci</a:t>
            </a:r>
            <a:br/>
            <a:r>
              <a:t>0     Center 18,755.34     0.00   0.00000e+00</a:t>
            </a:r>
            <a:br/>
            <a:r>
              <a:t>1      Haifa  1,794.88     0.00   0.00000e+00</a:t>
            </a:r>
            <a:br/>
            <a:r>
              <a:t>2  Jerusalem  1,763.18     0.00   0.00000e+00</a:t>
            </a:r>
            <a:br/>
            <a:r>
              <a:t>3      North 17,084.26     0.00   0.00000e+00</a:t>
            </a:r>
            <a:br/>
            <a:r>
              <a:t>4      South  7,706.02     0.00   0.00000e+00</a:t>
            </a:r>
            <a:br/>
            <a:r>
              <a:t>6       Yosh  5,777.19     0.00   0.00000e+00</a:t>
            </a:r>
            <a:br/>
            <a:r>
              <a:t>5   Tel Aviv  1,368.81     0.00  5.85582e-298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region          alert_zone  count</a:t>
            </a:r>
            <a:br/>
            <a:r>
              <a:t>0  Center              Ashdod    154</a:t>
            </a:r>
            <a:br/>
            <a:r>
              <a:t>1  Center        Beit Shemesh      5</a:t>
            </a:r>
            <a:br/>
            <a:r>
              <a:t>2  Center      Center Galilee    333</a:t>
            </a:r>
            <a:br/>
            <a:r>
              <a:t>3  Center        Center Negev     27</a:t>
            </a:r>
            <a:br/>
            <a:r>
              <a:t>4  Center  Confrontation Line    215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Exported all rows to 'by_region_zone_export.csv'.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800"/>
            </a:pPr>
            <a:r>
              <a:t>month_year           city  count</a:t>
            </a:r>
            <a:br/>
            <a:r>
              <a:t>0     2018-12      Bnei Brak      1</a:t>
            </a:r>
            <a:br/>
            <a:r>
              <a:t>1     2018-12  Tel Aviv-Yafo      4</a:t>
            </a:r>
            <a:br/>
            <a:r>
              <a:t>2     2019-02      Jerusalem      1</a:t>
            </a:r>
            <a:br/>
            <a:r>
              <a:t>3     2019-03      Bnei Brak      2</a:t>
            </a:r>
            <a:br/>
            <a:r>
              <a:t>4     2019-03  Tel Aviv-Yafo      6</a:t>
            </a:r>
            <a:br/>
            <a:r>
              <a:t>..        ...            ...    ...</a:t>
            </a:r>
            <a:br/>
            <a:r>
              <a:t>89    2025-09         Ashdod      9</a:t>
            </a:r>
            <a:br/>
            <a:r>
              <a:t>90    2025-09      Bnei Brak      4</a:t>
            </a:r>
            <a:br/>
            <a:r>
              <a:t>91    2025-09      Jerusalem     22</a:t>
            </a:r>
            <a:br/>
            <a:r>
              <a:t>92    2025-09  Tel Aviv-Yafo     19</a:t>
            </a:r>
            <a:br/>
            <a:r>
              <a:t>93    2025-10         Ashdod     20</a:t>
            </a:r>
            <a:br/>
            <a:br/>
            <a:r>
              <a:t>[94 rows x 3 columns]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461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6179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39461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utpu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363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